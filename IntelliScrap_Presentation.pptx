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</a:defRPr>
            </a:pPr>
            <a:r>
              <a:t>IntelliScrap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1A1AA"/>
                </a:solidFill>
              </a:defRPr>
            </a:pPr>
            <a:r>
              <a:t>Empowering Informal Recyclers with Multimodal Edge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474720"/>
            <a:ext cx="182880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1A1AA"/>
                </a:solidFill>
              </a:defRPr>
            </a:pPr>
            <a:r>
              <a:t>Team Nexus  |  Build with Gemma Hackathon 2026  |  ABU Zaria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93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🔴  Waste pickers handle toxic e-waste daily without knowing the dangers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🔴  Middlemen exploit lack of material knowledge — paying far below market value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🔴  No access to real-time scrap pricing or safety information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🔴  Language barrier — most safety info is in English, not Hausa or Pidgin</a:t>
            </a:r>
          </a:p>
          <a:p>
            <a:pPr>
              <a:spcAft>
                <a:spcPts val="800"/>
              </a:spcAft>
              <a:defRPr sz="2000">
                <a:solidFill>
                  <a:srgbClr val="1F2937"/>
                </a:solidFill>
              </a:defRPr>
            </a:pPr>
            <a:r>
              <a:t>🔴  Internet connectivity is unreliable in Northern Nigeria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A1AA"/>
                </a:solidFill>
              </a:defRPr>
            </a:pPr>
            <a:r>
              <a:t>Northern Nigeria produces over 1.2 million tonnes of e-waste annually — most handled by informal recyclers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2468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Snap &amp; Analyze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7432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Take a photo of any scrap material</a:t>
            </a:r>
            <a:br/>
            <a:r>
              <a:t>Gemma 4 instantly identifies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645920"/>
            <a:ext cx="2468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Safety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Detects toxic hazards</a:t>
            </a:r>
            <a:br/>
            <a:r>
              <a:t>Plays warnings in Hausa / Pidgin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645920"/>
            <a:ext cx="2468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Fair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7432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Shows real-time market price</a:t>
            </a:r>
            <a:br/>
            <a:r>
              <a:t>per kg in Naira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645920"/>
            <a:ext cx="246888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Works 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743200"/>
            <a:ext cx="192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PWA installs on any smartphone</a:t>
            </a:r>
            <a:br/>
            <a:r>
              <a:t>No internet needed after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1A1AA"/>
                </a:solidFill>
              </a:defRPr>
            </a:pPr>
            <a:r>
              <a:t>Powered by Google Gemma 4 — running entirely on-device via WebLLM or Ollama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937"/>
                </a:solidFill>
              </a:defRPr>
            </a:pPr>
            <a:r>
              <a:t>How It Works</a:t>
            </a:r>
          </a:p>
        </p:txBody>
      </p:sp>
      <p:sp>
        <p:nvSpPr>
          <p:cNvPr id="4" name="Oval 3"/>
          <p:cNvSpPr/>
          <p:nvPr/>
        </p:nvSpPr>
        <p:spPr>
          <a:xfrm>
            <a:off x="2103120" y="146304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23774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User captures photo</a:t>
            </a:r>
            <a:br/>
            <a:r>
              <a:t>of scrap material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657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via phone camera or upload</a:t>
            </a:r>
          </a:p>
        </p:txBody>
      </p:sp>
      <p:sp>
        <p:nvSpPr>
          <p:cNvPr id="10" name="Oval 9"/>
          <p:cNvSpPr/>
          <p:nvPr/>
        </p:nvSpPr>
        <p:spPr>
          <a:xfrm>
            <a:off x="4846320" y="146304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560320"/>
            <a:ext cx="23774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Image sent to</a:t>
            </a:r>
            <a:br/>
            <a:r>
              <a:t>the AI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57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WebLLM (in-browser)</a:t>
            </a:r>
            <a:br/>
            <a:r>
              <a:t>or Ollama (backend)</a:t>
            </a:r>
          </a:p>
        </p:txBody>
      </p:sp>
      <p:sp>
        <p:nvSpPr>
          <p:cNvPr id="16" name="Oval 15"/>
          <p:cNvSpPr/>
          <p:nvPr/>
        </p:nvSpPr>
        <p:spPr>
          <a:xfrm>
            <a:off x="7589520" y="146304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6459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59669"/>
                </a:solidFill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560320"/>
            <a:ext cx="23774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Gemma 4 classifies</a:t>
            </a:r>
            <a:br/>
            <a:r>
              <a:t>&amp; detects hazards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657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Returns: material type,</a:t>
            </a:r>
            <a:br/>
            <a:r>
              <a:t>confidence, toxicity</a:t>
            </a:r>
          </a:p>
        </p:txBody>
      </p:sp>
      <p:sp>
        <p:nvSpPr>
          <p:cNvPr id="22" name="Oval 21"/>
          <p:cNvSpPr/>
          <p:nvPr/>
        </p:nvSpPr>
        <p:spPr>
          <a:xfrm>
            <a:off x="10332720" y="1463040"/>
            <a:ext cx="731520" cy="7315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32720" y="1554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0" y="2560320"/>
            <a:ext cx="237744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Result displayed</a:t>
            </a:r>
            <a:br/>
            <a:r>
              <a:t>in local language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6576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</a:defRPr>
            </a:pPr>
            <a:r>
              <a:t>Shows price, hazards,</a:t>
            </a:r>
            <a:br/>
            <a:r>
              <a:t>safety instructions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937"/>
                </a:solidFill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4572000" cy="32004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</a:defRPr>
            </a:pPr>
            <a:r>
              <a:t>📱  Phone (PWA)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•  Camera Capture — snap or upload photo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•  useGemma — dual-mode inference engine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•  WebLLM (in-browser)  /  Ollama proxy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•  IndexedDB — offline scan persistence</a:t>
            </a:r>
          </a:p>
          <a:p>
            <a:pPr>
              <a:spcAft>
                <a:spcPts val="800"/>
              </a:spcAft>
              <a:defRPr sz="1300">
                <a:solidFill>
                  <a:srgbClr val="1F2937"/>
                </a:solidFill>
              </a:defRPr>
            </a:pPr>
            <a:r>
              <a:t>  •  TTS — reads results in Hausa / Pidgin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45720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4937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</a:defRPr>
            </a:pPr>
            <a:r>
              <a:t>🖥️  FastAPI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39496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  •  Sync API — bidirectional scan sync with conflict resolution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  •  Price Matrix — material → price per kg in Naira</a:t>
            </a:r>
          </a:p>
          <a:p>
            <a:pPr>
              <a:spcAft>
                <a:spcPts val="800"/>
              </a:spcAft>
              <a:defRPr sz="1200">
                <a:solidFill>
                  <a:srgbClr val="1F2937"/>
                </a:solidFill>
              </a:defRPr>
            </a:pPr>
            <a:r>
              <a:t>  •  TTS Proxy — Google Translate TTS (Hausa / Nigerian English)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02920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</a:defRPr>
            </a:pPr>
            <a:r>
              <a:t>🧠  AI Layer — Google Gemma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103120"/>
            <a:ext cx="4389120" cy="1463040"/>
          </a:xfrm>
          <a:prstGeom prst="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1945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59669"/>
                </a:solidFill>
              </a:defRPr>
            </a:pPr>
            <a:r>
              <a:t>WebLLM (Production)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6032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Runs Gemma 2 in-browser via WebGPU</a:t>
            </a:r>
            <a:br/>
            <a:r>
              <a:t>Zero backend dependency</a:t>
            </a:r>
            <a:br/>
            <a:r>
              <a:t>~700MB model cached locally</a:t>
            </a:r>
            <a:br/>
            <a:r>
              <a:t>Works on Android 12+ / Chrome 113+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840480"/>
            <a:ext cx="4389120" cy="1463040"/>
          </a:xfrm>
          <a:prstGeom prst="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9319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567EB"/>
                </a:solidFill>
              </a:defRPr>
            </a:pPr>
            <a:r>
              <a:t>Ollama (Development)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976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Runs Gemma 4 on local server</a:t>
            </a:r>
            <a:br/>
            <a:r>
              <a:t>Proxied via FastAPI backend</a:t>
            </a:r>
            <a:br/>
            <a:r>
              <a:t>Used in laptop demos / development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5577840"/>
            <a:ext cx="4389120" cy="640080"/>
          </a:xfrm>
          <a:prstGeom prst="rect">
            <a:avLst/>
          </a:prstGeom>
          <a:solidFill>
            <a:srgbClr val="FFFBEB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56692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E"/>
                </a:solidFill>
              </a:defRPr>
            </a:pPr>
            <a:r>
              <a:t>⚡ Fallback: Random mock results when no model 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937"/>
                </a:solidFill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32004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59669"/>
                </a:solidFill>
              </a:defRPr>
            </a:pPr>
            <a:r>
              <a:t>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Multimodal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Analyzes scrap photos using Google Gemma 4</a:t>
            </a:r>
            <a:br/>
            <a:r>
              <a:t>Identifies 20+ material types &amp; toxic hazards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371600"/>
            <a:ext cx="32004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59669"/>
                </a:solidFill>
              </a:defRPr>
            </a:pPr>
            <a:r>
              <a:t>🗣️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Local Language TTS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77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Reads results aloud in Hausa &amp; Nigerian Pidgin</a:t>
            </a:r>
            <a:br/>
            <a:r>
              <a:t>Auto-plays on scan completion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371600"/>
            <a:ext cx="32004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59669"/>
                </a:solidFill>
              </a:defRPr>
            </a:pPr>
            <a:r>
              <a:t>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Offline-First PWA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37744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Installs on any smartphone home screen</a:t>
            </a:r>
            <a:br/>
            <a:r>
              <a:t>Full functionality without internet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931920"/>
            <a:ext cx="32004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59669"/>
                </a:solidFill>
              </a:defRPr>
            </a:pPr>
            <a:r>
              <a:t>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IndexedDB 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937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All scans saved locally</a:t>
            </a:r>
            <a:br/>
            <a:r>
              <a:t>Syncs when connectivity returns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931920"/>
            <a:ext cx="32004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59669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Real-Time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937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Live market prices per kg in Naira</a:t>
            </a:r>
            <a:br/>
            <a:r>
              <a:t>Updates automatically on sync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931920"/>
            <a:ext cx="32004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59669"/>
                </a:solidFill>
              </a:defRPr>
            </a:pPr>
            <a: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t>Bidirectional Sync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937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Conflict resolution (newer timestamp wins)</a:t>
            </a:r>
            <a:br/>
            <a:r>
              <a:t>Deleted scan propagation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463040"/>
            <a:ext cx="2560320" cy="41148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19456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D4DA"/>
                </a:solidFill>
              </a:defRPr>
            </a:pPr>
            <a:r>
              <a:t>React 18  |  TypeScript  |  Tailwind CSS</a:t>
            </a:r>
            <a:br/>
            <a:r>
              <a:t>Vite  |  VitePWA  |  Dexie.js</a:t>
            </a:r>
            <a:br/>
            <a:r>
              <a:t>WebLLM (MLC AI)  |  Lucide Icons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1463040"/>
            <a:ext cx="2560320" cy="41148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19456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D4DA"/>
                </a:solidFill>
              </a:defRPr>
            </a:pPr>
            <a:r>
              <a:t>Python  |  FastAPI  |  SQLAlchemy</a:t>
            </a:r>
            <a:br/>
            <a:r>
              <a:t>SQLite / PostgreSQL  |  Alembic</a:t>
            </a:r>
            <a:br/>
            <a:r>
              <a:t>httpx  |  Pydantic 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1463040"/>
            <a:ext cx="2560320" cy="41148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</a:defRPr>
            </a:pPr>
            <a:r>
              <a:t>AI /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9456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D4DA"/>
                </a:solidFill>
              </a:defRPr>
            </a:pPr>
            <a:r>
              <a:t>Google Gemma 4 (via Ollama)</a:t>
            </a:r>
            <a:br/>
            <a:r>
              <a:t>Google Gemma 2 (via WebLLM)</a:t>
            </a:r>
            <a:br/>
            <a:r>
              <a:t>WebGPU  |  @mlc-ai/web-llm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0" y="1463040"/>
            <a:ext cx="2560320" cy="41148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1645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59669"/>
                </a:solidFill>
              </a:defRPr>
            </a:pPr>
            <a:r>
              <a:t>DevOps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19456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ED4DA"/>
                </a:solidFill>
              </a:defRPr>
            </a:pPr>
            <a:r>
              <a:t>Docker  |  Render  |  GitHub Actions</a:t>
            </a:r>
            <a:br/>
            <a:r>
              <a:t>Nginx  |  PostgreSQL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F2937"/>
                </a:solidFill>
              </a:defRPr>
            </a:pPr>
            <a:r>
              <a:t>Demo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32004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00:00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Open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PWA loads from home screen</a:t>
            </a:r>
            <a:br/>
            <a:r>
              <a:t>(fully offline after initial 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371600"/>
            <a:ext cx="32004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00:15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Snap Photo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194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Camera captures scrap material</a:t>
            </a:r>
            <a:br/>
            <a:r>
              <a:t>or upload from gallery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371600"/>
            <a:ext cx="32004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00:30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AI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1945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Gemma classifies material &amp;</a:t>
            </a:r>
            <a:br/>
            <a:r>
              <a:t>detects toxic hazards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749039"/>
            <a:ext cx="32004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38861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00:50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206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Read Aloud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57199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TTS plays result in Hausa</a:t>
            </a:r>
            <a:br/>
            <a:r>
              <a:t>with safety instructions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749039"/>
            <a:ext cx="32004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8861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01:10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206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View 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57199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Browse past scans with</a:t>
            </a:r>
            <a:br/>
            <a:r>
              <a:t>sync status indicators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749039"/>
            <a:ext cx="3200400" cy="20116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388619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01:30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2062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</a:defRPr>
            </a:pPr>
            <a:r>
              <a:t>Settings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571999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Toggle language, test voice,</a:t>
            </a:r>
            <a:br/>
            <a:r>
              <a:t>view about information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F2937"/>
                </a:solidFill>
              </a:defRPr>
            </a:pPr>
            <a:r>
              <a:t>Build with Gemma Hackathon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</a:defRPr>
            </a:pPr>
            <a:r>
              <a:t>From Concept to Working Prototype in 7 Days</a:t>
            </a:r>
          </a:p>
        </p:txBody>
      </p:sp>
      <p:sp>
        <p:nvSpPr>
          <p:cNvPr id="5" name="Oval 4"/>
          <p:cNvSpPr/>
          <p:nvPr/>
        </p:nvSpPr>
        <p:spPr>
          <a:xfrm>
            <a:off x="2286000" y="228600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0" y="2395728"/>
            <a:ext cx="1554480" cy="36576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2834640"/>
            <a:ext cx="22860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Day 1-2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Ideation &amp;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490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Identified problem space</a:t>
            </a:r>
            <a:br/>
            <a:r>
              <a:t>Designed architecture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228600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0" y="2395728"/>
            <a:ext cx="1554480" cy="36576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834640"/>
            <a:ext cx="22860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Day 3-4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Backend &amp; 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7490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FastAPI + SQLAlchemy</a:t>
            </a:r>
            <a:br/>
            <a:r>
              <a:t>Sync engine with conflict resolution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228600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2395728"/>
            <a:ext cx="1554480" cy="36576"/>
          </a:xfrm>
          <a:prstGeom prst="rect">
            <a:avLst/>
          </a:prstGeom>
          <a:solidFill>
            <a:srgbClr val="A7F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0" y="2834640"/>
            <a:ext cx="22860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Day 5-6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Frontend &amp;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7490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React PWA + WebLLM</a:t>
            </a:r>
            <a:br/>
            <a:r>
              <a:t>dual-mode inference hook</a:t>
            </a:r>
          </a:p>
        </p:txBody>
      </p:sp>
      <p:sp>
        <p:nvSpPr>
          <p:cNvPr id="23" name="Oval 22"/>
          <p:cNvSpPr/>
          <p:nvPr/>
        </p:nvSpPr>
        <p:spPr>
          <a:xfrm>
            <a:off x="10515600" y="2286000"/>
            <a:ext cx="274320" cy="27432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2834640"/>
            <a:ext cx="228600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0" y="3017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59669"/>
                </a:solidFill>
              </a:defRPr>
            </a:pPr>
            <a:r>
              <a:t>Day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2937"/>
                </a:solidFill>
              </a:defRPr>
            </a:pPr>
            <a:r>
              <a:t>Integration &amp; Polish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3749039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t>TTS, offline support, PWA</a:t>
            </a:r>
            <a:br/>
            <a:r>
              <a:t>Demo preparation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Team Nexus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1920240" cy="36576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👨‍💻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Backend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83464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ED4DA"/>
                </a:solidFill>
              </a:defRPr>
            </a:pPr>
            <a:r>
              <a:t>FastAPI, Database, Sync Engine</a:t>
            </a:r>
            <a:br/>
            <a:r>
              <a:t>API Design &amp;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645920"/>
            <a:ext cx="1920240" cy="36576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👨‍🎨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Frontend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83464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ED4DA"/>
                </a:solidFill>
              </a:defRPr>
            </a:pPr>
            <a:r>
              <a:t>React PWA, UI/UX, Camera</a:t>
            </a:r>
            <a:br/>
            <a:r>
              <a:t>Offline Storage (Dexie.js)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645920"/>
            <a:ext cx="1920240" cy="36576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Edge AI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3464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ED4DA"/>
                </a:solidFill>
              </a:defRPr>
            </a:pPr>
            <a:r>
              <a:t>WebLLM Integration, Ollama</a:t>
            </a:r>
            <a:br/>
            <a:r>
              <a:t>Gemma 4 Model Optimization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80959" y="1645920"/>
            <a:ext cx="1920240" cy="36576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Accessibility Engineer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83464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ED4DA"/>
                </a:solidFill>
              </a:defRPr>
            </a:pPr>
            <a:r>
              <a:t>TTS, Hausa/Pidgin Locales</a:t>
            </a:r>
            <a:br/>
            <a:r>
              <a:t>Voice System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645920"/>
            <a:ext cx="1920240" cy="3657600"/>
          </a:xfrm>
          <a:prstGeom prst="rect">
            <a:avLst/>
          </a:prstGeom>
          <a:solidFill>
            <a:srgbClr val="2D3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8288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t>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23774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59669"/>
                </a:solidFill>
              </a:defRPr>
            </a:pPr>
            <a:r>
              <a:t>QA &amp; DevOps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2834640"/>
            <a:ext cx="1463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ED4DA"/>
                </a:solidFill>
              </a:defRPr>
            </a:pPr>
            <a:r>
              <a:t>Testing, Docker, CI/CD</a:t>
            </a:r>
            <a:br/>
            <a:r>
              <a:t>Sync Conflict Resolution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96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F3D0"/>
                </a:solidFill>
              </a:defRPr>
            </a:pPr>
            <a:r>
              <a:t>IntelliScrap AI — Empowering Informal Recyclers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840480"/>
            <a:ext cx="2103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20624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7F3D0"/>
                </a:solidFill>
              </a:defRPr>
            </a:pPr>
            <a:r>
              <a:t>github.com/Moses2411/inteliscrap-AI</a:t>
            </a:r>
            <a:br/>
            <a:br/>
            <a:r>
              <a:t>Team Nexus  |  Build with Gemma Hackathon 2026  |  ABU Zaria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